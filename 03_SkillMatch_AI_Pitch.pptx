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3A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3DCD1"/>
                </a:solidFill>
                <a:latin typeface="Aptos"/>
              </a:defRPr>
            </a:pPr>
            <a:r>
              <a:t>IBM SKILLSBUILD | MACHINE LEARNING &amp; APPLIED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ptos"/>
              </a:defRPr>
            </a:pPr>
            <a:r>
              <a:t>SkillMatch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28346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FFFFFF"/>
                </a:solidFill>
                <a:latin typeface="Aptos"/>
              </a:defRPr>
            </a:pPr>
            <a:r>
              <a:t>A local-first career skill-gap 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CADEEC"/>
                </a:solidFill>
                <a:latin typeface="Aptos"/>
              </a:defRPr>
            </a:pPr>
            <a:r>
              <a:t>SDG 4: Quality Education • SDG 8: Decent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80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ADEEC"/>
                </a:solidFill>
                <a:latin typeface="Aptos"/>
              </a:defRPr>
            </a:pPr>
            <a:r>
              <a:t>Presenter: [Add your name] | Institution: [Add your institution]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3A5B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36778"/>
                </a:solidFill>
                <a:latin typeface="Aptos"/>
              </a:defRPr>
            </a:pPr>
            <a:r>
              <a:t>SkillMatch AI | Project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D2A36"/>
                </a:solidFill>
                <a:latin typeface="Aptos"/>
              </a:defRPr>
            </a:pPr>
            <a:r>
              <a:t>• Students may struggle to translate job descriptions into a clear learning plan.</a:t>
            </a:r>
          </a:p>
          <a:p>
            <a:pPr>
              <a:spcAft>
                <a:spcPts val="1300"/>
              </a:spcAft>
              <a:defRPr sz="2000">
                <a:solidFill>
                  <a:srgbClr val="1D2A36"/>
                </a:solidFill>
                <a:latin typeface="Aptos"/>
              </a:defRPr>
            </a:pPr>
            <a:r>
              <a:t>• Long requirement lists make it hard to see which expected skills are already listed.</a:t>
            </a:r>
          </a:p>
          <a:p>
            <a:pPr>
              <a:spcAft>
                <a:spcPts val="1300"/>
              </a:spcAft>
              <a:defRPr sz="2000">
                <a:solidFill>
                  <a:srgbClr val="1D2A36"/>
                </a:solidFill>
                <a:latin typeface="Aptos"/>
              </a:defRPr>
            </a:pPr>
            <a:r>
              <a:t>• Generic course lists may not prioritize gaps for a specific target role.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36778"/>
                </a:solidFill>
                <a:latin typeface="Aptos"/>
              </a:defRPr>
            </a:pPr>
            <a:r>
              <a:t>Problem statements are hypotheses to validate with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3A5B"/>
                </a:solidFill>
                <a:latin typeface="Aptos"/>
              </a:defRPr>
            </a:pPr>
            <a:r>
              <a:t>SDG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36778"/>
                </a:solidFill>
                <a:latin typeface="Aptos"/>
              </a:defRPr>
            </a:pPr>
            <a:r>
              <a:t>SkillMatch AI | Project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D2A36"/>
                </a:solidFill>
                <a:latin typeface="Aptos"/>
              </a:defRPr>
            </a:pPr>
            <a:r>
              <a:t>• SDG 4 — Quality Education: help learners identify practical next steps.</a:t>
            </a:r>
          </a:p>
          <a:p>
            <a:pPr>
              <a:spcAft>
                <a:spcPts val="1300"/>
              </a:spcAft>
              <a:defRPr sz="2000">
                <a:solidFill>
                  <a:srgbClr val="1D2A36"/>
                </a:solidFill>
                <a:latin typeface="Aptos"/>
              </a:defRPr>
            </a:pPr>
            <a:r>
              <a:t>• SDG 8 — Decent Work: support career preparation and skills development.</a:t>
            </a:r>
          </a:p>
          <a:p>
            <a:pPr>
              <a:spcAft>
                <a:spcPts val="1300"/>
              </a:spcAft>
              <a:defRPr sz="2000">
                <a:solidFill>
                  <a:srgbClr val="1D2A36"/>
                </a:solidFill>
                <a:latin typeface="Aptos"/>
              </a:defRPr>
            </a:pPr>
            <a:r>
              <a:t>• This is a guidance tool, not a hiring or credentialing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3A5B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36778"/>
                </a:solidFill>
                <a:latin typeface="Aptos"/>
              </a:defRPr>
            </a:pPr>
            <a:r>
              <a:t>SkillMatch AI | Project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Enter current skills and experience.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Select a target role and optionally paste a job description.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View recognized skills, matched catalogue skills, and gaps.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Receive a role-specific learning roadmap and export a summary.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3A5B"/>
                </a:solidFill>
                <a:latin typeface="Aptos"/>
              </a:defRPr>
            </a:pPr>
            <a:r>
              <a:t>User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36778"/>
                </a:solidFill>
                <a:latin typeface="Aptos"/>
              </a:defRPr>
            </a:pPr>
            <a:r>
              <a:t>SkillMatch AI | Project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1. Add profile text.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2. Select one of five technology roles.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3. Run the analysis.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4. Review skill coverage, text similarity, missing skills, and roadmap.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5. Download the report or roadmap.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36778"/>
                </a:solidFill>
                <a:latin typeface="Aptos"/>
              </a:defRPr>
            </a:pPr>
            <a:r>
              <a:t>Add a genuine screenshot after running the 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3A5B"/>
                </a:solidFill>
                <a:latin typeface="Aptos"/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36778"/>
                </a:solidFill>
                <a:latin typeface="Aptos"/>
              </a:defRPr>
            </a:pPr>
            <a:r>
              <a:t>SkillMatch AI | Project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UI: Streamlit.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Data handling: pandas.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Text representation: scikit-learn TF-IDF.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Similarity: cosine similarity.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Local catalogues: JSON files.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No external API, large dataset, GPU, or runtime model download.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3A5B"/>
                </a:solidFill>
                <a:latin typeface="Aptos"/>
              </a:defRPr>
            </a:pPr>
            <a:r>
              <a:t>ML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36778"/>
                </a:solidFill>
                <a:latin typeface="Aptos"/>
              </a:defRPr>
            </a:pPr>
            <a:r>
              <a:t>SkillMatch AI | Project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Recognize skill terms using phrase matching against a curated catalogue.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Vectorize profile and role text using TF-IDF unigrams and bigrams.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Compare vectors using cosine similarity.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Compute skill coverage from matched role-catalogue skills.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36778"/>
                </a:solidFill>
                <a:latin typeface="Aptos"/>
              </a:defRPr>
            </a:pPr>
            <a:r>
              <a:t>Scores are descriptive signals, not hiring probabilities.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3A5B"/>
                </a:solidFill>
                <a:latin typeface="Aptos"/>
              </a:defRPr>
            </a:pPr>
            <a:r>
              <a:t>Prototype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36778"/>
                </a:solidFill>
                <a:latin typeface="Aptos"/>
              </a:defRPr>
            </a:pPr>
            <a:r>
              <a:t>SkillMatch AI | Project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Five supported technology roles.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Matched and missing skill lists.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Text similarity and catalogue skill-coverage metrics.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Curated step-by-step learning roadmap.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CSV analysis export and TXT roadmap export.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36778"/>
                </a:solidFill>
                <a:latin typeface="Aptos"/>
              </a:defRPr>
            </a:pPr>
            <a:r>
              <a:t>Add real screenshots of implemented features.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3A5B"/>
                </a:solidFill>
                <a:latin typeface="Aptos"/>
              </a:defRPr>
            </a:pPr>
            <a:r>
              <a:t>Example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36778"/>
                </a:solidFill>
                <a:latin typeface="Aptos"/>
              </a:defRPr>
            </a:pPr>
            <a:r>
              <a:t>SkillMatch AI | Project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D2A36"/>
                </a:solidFill>
                <a:latin typeface="Aptos"/>
              </a:defRPr>
            </a:pPr>
            <a:r>
              <a:t>• A student targeting Data Analyst enters SQL, Python, Excel, and pandas.</a:t>
            </a:r>
          </a:p>
          <a:p>
            <a:pPr>
              <a:spcAft>
                <a:spcPts val="1300"/>
              </a:spcAft>
              <a:defRPr sz="2000">
                <a:solidFill>
                  <a:srgbClr val="1D2A36"/>
                </a:solidFill>
                <a:latin typeface="Aptos"/>
              </a:defRPr>
            </a:pPr>
            <a:r>
              <a:t>• The tool identifies listed role skills recognized and those absent from the text.</a:t>
            </a:r>
          </a:p>
          <a:p>
            <a:pPr>
              <a:spcAft>
                <a:spcPts val="1300"/>
              </a:spcAft>
              <a:defRPr sz="2000">
                <a:solidFill>
                  <a:srgbClr val="1D2A36"/>
                </a:solidFill>
                <a:latin typeface="Aptos"/>
              </a:defRPr>
            </a:pPr>
            <a:r>
              <a:t>• The roadmap suggests SQL practice, dashboard creation, and exploratory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36778"/>
                </a:solidFill>
                <a:latin typeface="Aptos"/>
              </a:defRPr>
            </a:pPr>
            <a:r>
              <a:t>Outputs depend on supplied text and local catalogue.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3A5B"/>
                </a:solidFill>
                <a:latin typeface="Aptos"/>
              </a:defRPr>
            </a:pPr>
            <a:r>
              <a:t>Who benefits?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36778"/>
                </a:solidFill>
                <a:latin typeface="Aptos"/>
              </a:defRPr>
            </a:pPr>
            <a:r>
              <a:t>SkillMatch AI | Project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D2A36"/>
                </a:solidFill>
                <a:latin typeface="Aptos"/>
              </a:defRPr>
            </a:pPr>
            <a:r>
              <a:t>• Primary: university students and early-career applicants.</a:t>
            </a:r>
          </a:p>
          <a:p>
            <a:pPr>
              <a:spcAft>
                <a:spcPts val="1300"/>
              </a:spcAft>
              <a:defRPr sz="2000">
                <a:solidFill>
                  <a:srgbClr val="1D2A36"/>
                </a:solidFill>
                <a:latin typeface="Aptos"/>
              </a:defRPr>
            </a:pPr>
            <a:r>
              <a:t>• Potential secondary users: placement cells, career clubs, and mentors.</a:t>
            </a:r>
          </a:p>
          <a:p>
            <a:pPr>
              <a:spcAft>
                <a:spcPts val="1300"/>
              </a:spcAft>
              <a:defRPr sz="2000">
                <a:solidFill>
                  <a:srgbClr val="1D2A36"/>
                </a:solidFill>
                <a:latin typeface="Aptos"/>
              </a:defRPr>
            </a:pPr>
            <a:r>
              <a:t>• Initial adoption path: campus demos and student feedback sessions.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36778"/>
                </a:solidFill>
                <a:latin typeface="Aptos"/>
              </a:defRPr>
            </a:pPr>
            <a:r>
              <a:t>Institutional adoption has not been validated.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3A5B"/>
                </a:solidFill>
                <a:latin typeface="Aptos"/>
              </a:defRPr>
            </a:pPr>
            <a:r>
              <a:t>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36778"/>
                </a:solidFill>
                <a:latin typeface="Aptos"/>
              </a:defRPr>
            </a:pPr>
            <a:r>
              <a:t>SkillMatch AI | Project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Functional correctness and empty-input handling.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Skill recognition and missed-skill rate after manual review.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User-rated roadmap usefulness.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Task completion and repeat use.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36778"/>
                </a:solidFill>
                <a:latin typeface="Aptos"/>
              </a:defRPr>
            </a:pPr>
            <a:r>
              <a:t>No real-world impact claim until evaluated.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3A5B"/>
                </a:solidFill>
                <a:latin typeface="Aptos"/>
              </a:defRPr>
            </a:pPr>
            <a:r>
              <a:t>Limitations and safeguards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36778"/>
                </a:solidFill>
                <a:latin typeface="Aptos"/>
              </a:defRPr>
            </a:pPr>
            <a:r>
              <a:t>SkillMatch AI | Project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Small curated catalogue may miss synonyms and role-specific skills.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Text similarity measures language overlap, not competence.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No hiring probability or employment guarantee.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Verify requirements against the original job description.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Avoid entering sensitive personal information.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3A5B"/>
                </a:solidFill>
                <a:latin typeface="Aptos"/>
              </a:defRPr>
            </a:pPr>
            <a:r>
              <a:t>Deployment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36778"/>
                </a:solidFill>
                <a:latin typeface="Aptos"/>
              </a:defRPr>
            </a:pPr>
            <a:r>
              <a:t>SkillMatch AI | Project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Run locally with Python and Streamlit.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Push app.py, src/, data/, and requirements.txt to GitHub.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Deploy by selecting app.py on Streamlit Community Cloud.</a:t>
            </a:r>
          </a:p>
          <a:p>
            <a:pPr>
              <a:spcAft>
                <a:spcPts val="1300"/>
              </a:spcAft>
              <a:defRPr sz="1800">
                <a:solidFill>
                  <a:srgbClr val="1D2A36"/>
                </a:solidFill>
                <a:latin typeface="Aptos"/>
              </a:defRPr>
            </a:pPr>
            <a:r>
              <a:t>• Collect feedback and refine catalogues.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3A5B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36778"/>
                </a:solidFill>
                <a:latin typeface="Aptos"/>
              </a:defRPr>
            </a:pPr>
            <a:r>
              <a:t>SkillMatch AI | Project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D2A36"/>
                </a:solidFill>
                <a:latin typeface="Aptos"/>
              </a:defRPr>
            </a:pPr>
            <a:r>
              <a:t>• SkillMatch AI turns a target role into a structured skill-gap review.</a:t>
            </a:r>
          </a:p>
          <a:p>
            <a:pPr>
              <a:spcAft>
                <a:spcPts val="1300"/>
              </a:spcAft>
              <a:defRPr sz="2000">
                <a:solidFill>
                  <a:srgbClr val="1D2A36"/>
                </a:solidFill>
                <a:latin typeface="Aptos"/>
              </a:defRPr>
            </a:pPr>
            <a:r>
              <a:t>• Lightweight and deployable without paid APIs or large datasets.</a:t>
            </a:r>
          </a:p>
          <a:p>
            <a:pPr>
              <a:spcAft>
                <a:spcPts val="1300"/>
              </a:spcAft>
              <a:defRPr sz="2000">
                <a:solidFill>
                  <a:srgbClr val="1D2A36"/>
                </a:solidFill>
                <a:latin typeface="Aptos"/>
              </a:defRPr>
            </a:pPr>
            <a:r>
              <a:t>• Next milestone: user validation and catalogue improvement.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36778"/>
                </a:solidFill>
                <a:latin typeface="Aptos"/>
              </a:defRPr>
            </a:pPr>
            <a:r>
              <a:t>Thank you |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